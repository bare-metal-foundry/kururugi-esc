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150" d="100"/>
          <a:sy n="150" d="100"/>
        </p:scale>
        <p:origin x="-4248" y="-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FFE0C-2A2B-7976-ADE6-0C58F90F1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87F7ED-17EC-E26F-8D85-FC8CB183C1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03547-BE9E-44D6-DCD8-9FE0F5798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954E-526B-40EB-B875-124DEE031538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37FB0-B7F9-C4F7-0749-4F6C94DA6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B346A-9306-F9B5-C0D3-7F7A68385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F45C4-0A85-4498-8DDB-CF2A38570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742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131D5-D23A-1B31-5C3E-7A0B56486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2A3E1-978F-C5A6-F372-5E9D6E5D6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B08EA-7E67-9D4F-9120-477139749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954E-526B-40EB-B875-124DEE031538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DF7E9-81F0-7492-39FD-B75FBFCA9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65F8F-EE1A-B9B6-9386-0008B8B8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F45C4-0A85-4498-8DDB-CF2A38570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06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495E-04CE-10BD-188A-AD23A51D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631F5-43CC-C877-D0AC-6527F7995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CAE90-002A-77C4-8FA7-442CA6A2C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954E-526B-40EB-B875-124DEE031538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3881F-07E2-EBBA-8087-32404B032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E8FEF-3744-819B-B470-0D2E60052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F45C4-0A85-4498-8DDB-CF2A38570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17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CA15C-F62D-5652-D535-2E4EFC1EA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DB3AC-D276-D36D-1902-67C69F517F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738F0-B06F-13C2-AF2E-ED39996BA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A3987-D244-64EC-A97A-E637A67D5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954E-526B-40EB-B875-124DEE031538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E2ABB-D000-158E-93E4-FFF2E18DE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ED289-7221-3DFE-F186-21715F712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F45C4-0A85-4498-8DDB-CF2A38570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137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9CF50-5260-3A35-931C-9787FD823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739D4-A525-44FF-10C9-2E9FD44F6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917D7-4DAD-9935-EEBF-409C1AACD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8746B5-ADB3-3581-EE77-532B4EC875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6655BC-DA48-AF81-7964-551AF318B0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A1B130-EE9C-795F-2694-02C29890F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954E-526B-40EB-B875-124DEE031538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84F222-8877-B88E-C022-28F1ACFAC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28FC37-DB1E-5DBF-F641-5B934DDFC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F45C4-0A85-4498-8DDB-CF2A38570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314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61906-9A0C-F33B-F16E-BEEE50A8F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53D051-2B86-2684-BB1E-7CD433E11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954E-526B-40EB-B875-124DEE031538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AAE673-44CB-BF36-6DA5-78AC4D9B3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EC867-6850-EA70-B50B-01E2C741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F45C4-0A85-4498-8DDB-CF2A38570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224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A00B02-9DD0-3207-E76D-DEC7ECC2B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954E-526B-40EB-B875-124DEE031538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4AAF4C-A453-0A91-6B7B-A606B72BF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EFB74-A071-9FA7-588B-D1230797D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F45C4-0A85-4498-8DDB-CF2A38570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98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AEF69-C3F5-74F5-4C80-C50448C90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C8388-8F83-A608-4A89-2F1686EE2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3FDA-BA5B-94C0-C95E-928C24302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23C7A6-DDF7-DF53-DC15-C15206823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954E-526B-40EB-B875-124DEE031538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858F0-CD4A-C037-A21A-F9D395743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2056B-729F-7D27-53D6-4C74945F1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F45C4-0A85-4498-8DDB-CF2A38570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012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0C7CE-B6CB-6F2B-2F3C-12C61768A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3802A1-9E8B-EEF0-1E2A-B735240247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4EF21-0080-4C76-E68F-1F5146C2FD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7EE8A-AEC9-808B-9199-B23471A73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954E-526B-40EB-B875-124DEE031538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8B48D-A866-579E-9059-CDDAB2DDC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E4922-509D-5A3A-E11C-65ECFCEB5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F45C4-0A85-4498-8DDB-CF2A38570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261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EEAB1-0070-8FC5-31BC-F561943FF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A69865-4EBC-A2F2-B946-9CDBE2FAC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1C168-F3AB-6335-2A64-43EDA308E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954E-526B-40EB-B875-124DEE031538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12723-862E-4FC8-6619-C23349B0F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67D37-04B2-CF84-8C09-469B06256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F45C4-0A85-4498-8DDB-CF2A38570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594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A3C52D-B7AF-10D4-209F-8D62C15374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50D426-BAAD-DCA4-1E00-2D0BEFFE9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7FE10-EE08-B93A-B4D0-8AD8C6325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954E-526B-40EB-B875-124DEE031538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CEDF6-F1E2-9310-9B3D-500AF255E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BB339-28CA-A27D-0475-1EB44D68B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F45C4-0A85-4498-8DDB-CF2A38570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73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611025-4603-A9AF-BA72-4D17EA124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A07A1-1EF2-177B-329D-52136DEC3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BFC7D-9484-A3FB-67FC-C55799DDAF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6E954E-526B-40EB-B875-124DEE031538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7C63A-6E37-5D1D-6BD5-89378F9891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8A37D-49A3-5988-60C2-E15F98120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CF45C4-0A85-4498-8DDB-CF2A38570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88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6532-1804-D8E2-14DC-469A8A5F5A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Kururugi</a:t>
            </a:r>
            <a:r>
              <a:rPr lang="fr-FR" dirty="0"/>
              <a:t> ESC – </a:t>
            </a:r>
            <a:r>
              <a:rPr lang="fr-FR" dirty="0" err="1"/>
              <a:t>Visuals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4B8816-0F57-D12F-921E-4118D98CB2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Stepane Binon – 31/03/2026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769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3F4197-21A3-51AB-879F-77004AD53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952161" y="0"/>
            <a:ext cx="4287678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DD51904-9D43-1997-8359-D1560486F537}"/>
              </a:ext>
            </a:extLst>
          </p:cNvPr>
          <p:cNvSpPr/>
          <p:nvPr/>
        </p:nvSpPr>
        <p:spPr>
          <a:xfrm>
            <a:off x="8275320" y="2225040"/>
            <a:ext cx="1249680" cy="2458720"/>
          </a:xfrm>
          <a:prstGeom prst="roundRect">
            <a:avLst/>
          </a:prstGeom>
          <a:solidFill>
            <a:schemeClr val="accent1">
              <a:alpha val="73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AF13F6-FAE9-4B66-1992-262265FD0A05}"/>
              </a:ext>
            </a:extLst>
          </p:cNvPr>
          <p:cNvSpPr/>
          <p:nvPr/>
        </p:nvSpPr>
        <p:spPr>
          <a:xfrm>
            <a:off x="3256280" y="1310560"/>
            <a:ext cx="2846070" cy="4287679"/>
          </a:xfrm>
          <a:prstGeom prst="roundRect">
            <a:avLst>
              <a:gd name="adj" fmla="val 7994"/>
            </a:avLst>
          </a:prstGeom>
          <a:solidFill>
            <a:schemeClr val="accent1">
              <a:alpha val="73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B9AE920-94EE-9D11-368C-195A2B8CDBC0}"/>
              </a:ext>
            </a:extLst>
          </p:cNvPr>
          <p:cNvSpPr/>
          <p:nvPr/>
        </p:nvSpPr>
        <p:spPr>
          <a:xfrm>
            <a:off x="6451600" y="4236719"/>
            <a:ext cx="1757680" cy="1361519"/>
          </a:xfrm>
          <a:prstGeom prst="roundRect">
            <a:avLst>
              <a:gd name="adj" fmla="val 7994"/>
            </a:avLst>
          </a:prstGeom>
          <a:solidFill>
            <a:schemeClr val="accent1">
              <a:alpha val="73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7E57D8-3681-3A86-2FDE-ECED96276857}"/>
              </a:ext>
            </a:extLst>
          </p:cNvPr>
          <p:cNvSpPr/>
          <p:nvPr/>
        </p:nvSpPr>
        <p:spPr>
          <a:xfrm>
            <a:off x="6496684" y="1610319"/>
            <a:ext cx="1372236" cy="726481"/>
          </a:xfrm>
          <a:prstGeom prst="roundRect">
            <a:avLst>
              <a:gd name="adj" fmla="val 7994"/>
            </a:avLst>
          </a:prstGeom>
          <a:solidFill>
            <a:schemeClr val="accent1">
              <a:alpha val="73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0D1F15-DE7D-1BA6-6CA2-786A7E2F6F11}"/>
              </a:ext>
            </a:extLst>
          </p:cNvPr>
          <p:cNvSpPr txBox="1"/>
          <p:nvPr/>
        </p:nvSpPr>
        <p:spPr>
          <a:xfrm>
            <a:off x="3546475" y="664229"/>
            <a:ext cx="2406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u="sng" dirty="0"/>
              <a:t>Power Stage</a:t>
            </a:r>
            <a:r>
              <a:rPr lang="fr-FR" i="1" dirty="0"/>
              <a:t>: The 3 </a:t>
            </a:r>
            <a:r>
              <a:rPr lang="fr-FR" i="1" dirty="0" err="1"/>
              <a:t>half</a:t>
            </a:r>
            <a:r>
              <a:rPr lang="fr-FR" i="1" dirty="0"/>
              <a:t> bridges</a:t>
            </a:r>
            <a:endParaRPr lang="en-US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B43C75-ACBA-26FA-3EE4-EDD7CF3DF46B}"/>
              </a:ext>
            </a:extLst>
          </p:cNvPr>
          <p:cNvSpPr txBox="1"/>
          <p:nvPr/>
        </p:nvSpPr>
        <p:spPr>
          <a:xfrm>
            <a:off x="6586220" y="873498"/>
            <a:ext cx="240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u="sng" dirty="0" err="1"/>
              <a:t>Probing</a:t>
            </a:r>
            <a:r>
              <a:rPr lang="fr-FR" i="1" u="sng" dirty="0"/>
              <a:t> zone</a:t>
            </a:r>
            <a:endParaRPr lang="en-US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5836D2-C54C-F8C8-E4B9-A37F6ED831F0}"/>
              </a:ext>
            </a:extLst>
          </p:cNvPr>
          <p:cNvSpPr txBox="1"/>
          <p:nvPr/>
        </p:nvSpPr>
        <p:spPr>
          <a:xfrm>
            <a:off x="9525000" y="2425183"/>
            <a:ext cx="1194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 err="1"/>
              <a:t>Vbat</a:t>
            </a:r>
            <a:r>
              <a:rPr lang="fr-FR" i="1" u="sng" dirty="0"/>
              <a:t> </a:t>
            </a:r>
            <a:r>
              <a:rPr lang="fr-FR" i="1" u="sng" dirty="0" err="1"/>
              <a:t>Filtering</a:t>
            </a:r>
            <a:endParaRPr lang="en-US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D7EEAB-82EE-A761-B521-75EA742160C7}"/>
              </a:ext>
            </a:extLst>
          </p:cNvPr>
          <p:cNvSpPr txBox="1"/>
          <p:nvPr/>
        </p:nvSpPr>
        <p:spPr>
          <a:xfrm>
            <a:off x="7861935" y="5707773"/>
            <a:ext cx="279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/>
              <a:t>Buck </a:t>
            </a:r>
            <a:r>
              <a:rPr lang="fr-FR" i="1" dirty="0"/>
              <a:t>(VBAT -&gt; VGATE</a:t>
            </a:r>
            <a:r>
              <a:rPr lang="fr-FR" i="1" u="sng" dirty="0"/>
              <a:t>)</a:t>
            </a:r>
            <a:endParaRPr lang="en-US" i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3B5520A-B6BF-59F9-1DC7-44D11EEB9F7A}"/>
              </a:ext>
            </a:extLst>
          </p:cNvPr>
          <p:cNvCxnSpPr/>
          <p:nvPr/>
        </p:nvCxnSpPr>
        <p:spPr>
          <a:xfrm flipH="1">
            <a:off x="8924290" y="1202650"/>
            <a:ext cx="952500" cy="5524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788CC26-E828-F7D2-0165-41AF48E3E2C3}"/>
              </a:ext>
            </a:extLst>
          </p:cNvPr>
          <p:cNvSpPr txBox="1"/>
          <p:nvPr/>
        </p:nvSpPr>
        <p:spPr>
          <a:xfrm>
            <a:off x="9876790" y="859372"/>
            <a:ext cx="1565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/>
              <a:t>Battery </a:t>
            </a:r>
            <a:r>
              <a:rPr lang="fr-FR" i="1" u="sng" dirty="0" err="1"/>
              <a:t>conections</a:t>
            </a:r>
            <a:endParaRPr lang="en-US" i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C438C6-4125-5A02-58DF-E4D45C06F45E}"/>
              </a:ext>
            </a:extLst>
          </p:cNvPr>
          <p:cNvSpPr txBox="1"/>
          <p:nvPr/>
        </p:nvSpPr>
        <p:spPr>
          <a:xfrm>
            <a:off x="704215" y="2978317"/>
            <a:ext cx="1565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i="1" u="sng" dirty="0"/>
              <a:t>BLDC </a:t>
            </a:r>
            <a:r>
              <a:rPr lang="fr-FR" i="1" u="sng" dirty="0" err="1"/>
              <a:t>conections</a:t>
            </a:r>
            <a:endParaRPr lang="en-US" i="1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3E9EA23-2B01-541B-0405-BD30F2B8ACC0}"/>
              </a:ext>
            </a:extLst>
          </p:cNvPr>
          <p:cNvCxnSpPr>
            <a:cxnSpLocks/>
          </p:cNvCxnSpPr>
          <p:nvPr/>
        </p:nvCxnSpPr>
        <p:spPr>
          <a:xfrm flipV="1">
            <a:off x="2272665" y="2425183"/>
            <a:ext cx="743585" cy="8762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ECFA214-7A31-72E6-BED9-3BBE98A56E63}"/>
              </a:ext>
            </a:extLst>
          </p:cNvPr>
          <p:cNvCxnSpPr>
            <a:cxnSpLocks/>
          </p:cNvCxnSpPr>
          <p:nvPr/>
        </p:nvCxnSpPr>
        <p:spPr>
          <a:xfrm>
            <a:off x="2259648" y="3326882"/>
            <a:ext cx="822642" cy="5277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8DD319-7DED-3398-B890-AA9F8EAF25BD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2270125" y="3301483"/>
            <a:ext cx="799148" cy="14548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BC771C8-BE7C-1D9B-CFA5-D0A98A7022F0}"/>
              </a:ext>
            </a:extLst>
          </p:cNvPr>
          <p:cNvSpPr/>
          <p:nvPr/>
        </p:nvSpPr>
        <p:spPr>
          <a:xfrm>
            <a:off x="6108700" y="1610318"/>
            <a:ext cx="342900" cy="3464601"/>
          </a:xfrm>
          <a:prstGeom prst="roundRect">
            <a:avLst/>
          </a:prstGeom>
          <a:solidFill>
            <a:schemeClr val="accent1">
              <a:alpha val="73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0509AE8-8DD5-EA6A-5CC8-B8FBFC53D549}"/>
              </a:ext>
            </a:extLst>
          </p:cNvPr>
          <p:cNvCxnSpPr>
            <a:cxnSpLocks/>
          </p:cNvCxnSpPr>
          <p:nvPr/>
        </p:nvCxnSpPr>
        <p:spPr>
          <a:xfrm flipV="1">
            <a:off x="5806757" y="5119094"/>
            <a:ext cx="492760" cy="8484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FCAAE8B-405B-F99F-27DA-EDABA175A691}"/>
              </a:ext>
            </a:extLst>
          </p:cNvPr>
          <p:cNvSpPr txBox="1"/>
          <p:nvPr/>
        </p:nvSpPr>
        <p:spPr>
          <a:xfrm>
            <a:off x="3913188" y="5782906"/>
            <a:ext cx="2125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u="sng" dirty="0"/>
              <a:t>3xVoltage and 1xtemp </a:t>
            </a:r>
            <a:r>
              <a:rPr lang="fr-FR" i="1" u="sng" dirty="0" err="1"/>
              <a:t>sensing</a:t>
            </a:r>
            <a:endParaRPr lang="en-US" i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882D50D-B18F-77D2-4FAD-DADA9184DD53}"/>
              </a:ext>
            </a:extLst>
          </p:cNvPr>
          <p:cNvCxnSpPr>
            <a:cxnSpLocks/>
          </p:cNvCxnSpPr>
          <p:nvPr/>
        </p:nvCxnSpPr>
        <p:spPr>
          <a:xfrm flipH="1">
            <a:off x="6981825" y="1233467"/>
            <a:ext cx="525145" cy="6403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53FC6F0-21C5-D6E2-7B71-1160BE3DBDAD}"/>
              </a:ext>
            </a:extLst>
          </p:cNvPr>
          <p:cNvCxnSpPr>
            <a:cxnSpLocks/>
          </p:cNvCxnSpPr>
          <p:nvPr/>
        </p:nvCxnSpPr>
        <p:spPr>
          <a:xfrm flipH="1">
            <a:off x="6304915" y="987394"/>
            <a:ext cx="87630" cy="5238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7F16EF4-608B-639D-4253-F9AA0103543A}"/>
              </a:ext>
            </a:extLst>
          </p:cNvPr>
          <p:cNvSpPr txBox="1"/>
          <p:nvPr/>
        </p:nvSpPr>
        <p:spPr>
          <a:xfrm>
            <a:off x="5189220" y="582279"/>
            <a:ext cx="240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u="sng" dirty="0"/>
              <a:t>VGATE LED</a:t>
            </a:r>
            <a:endParaRPr lang="en-US" i="1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E2219EE-415A-A964-D7A8-9825CCB76096}"/>
              </a:ext>
            </a:extLst>
          </p:cNvPr>
          <p:cNvCxnSpPr>
            <a:cxnSpLocks/>
          </p:cNvCxnSpPr>
          <p:nvPr/>
        </p:nvCxnSpPr>
        <p:spPr>
          <a:xfrm flipV="1">
            <a:off x="6845934" y="4013200"/>
            <a:ext cx="69216" cy="17697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ABBE98B-A84C-913A-6AA3-26F1B3275FF7}"/>
              </a:ext>
            </a:extLst>
          </p:cNvPr>
          <p:cNvCxnSpPr>
            <a:cxnSpLocks/>
          </p:cNvCxnSpPr>
          <p:nvPr/>
        </p:nvCxnSpPr>
        <p:spPr>
          <a:xfrm flipH="1" flipV="1">
            <a:off x="7932102" y="5403850"/>
            <a:ext cx="745808" cy="3790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6825F3C-5696-E26B-58BA-EEC979E73DED}"/>
              </a:ext>
            </a:extLst>
          </p:cNvPr>
          <p:cNvSpPr txBox="1"/>
          <p:nvPr/>
        </p:nvSpPr>
        <p:spPr>
          <a:xfrm>
            <a:off x="6372224" y="5781060"/>
            <a:ext cx="279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/>
              <a:t>3V3 LED</a:t>
            </a:r>
            <a:endParaRPr lang="en-US" i="1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5784DA4-2CF7-1042-AB5C-209D0DAB7C14}"/>
              </a:ext>
            </a:extLst>
          </p:cNvPr>
          <p:cNvCxnSpPr>
            <a:cxnSpLocks/>
          </p:cNvCxnSpPr>
          <p:nvPr/>
        </p:nvCxnSpPr>
        <p:spPr>
          <a:xfrm flipH="1">
            <a:off x="8154352" y="3736726"/>
            <a:ext cx="1644809" cy="671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B046608-B918-9009-E705-718B6DB2036A}"/>
              </a:ext>
            </a:extLst>
          </p:cNvPr>
          <p:cNvSpPr txBox="1"/>
          <p:nvPr/>
        </p:nvSpPr>
        <p:spPr>
          <a:xfrm>
            <a:off x="9799161" y="3409607"/>
            <a:ext cx="11944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/>
              <a:t>RGB </a:t>
            </a:r>
            <a:r>
              <a:rPr lang="fr-FR" i="1" u="sng" dirty="0" err="1"/>
              <a:t>Debug</a:t>
            </a:r>
            <a:r>
              <a:rPr lang="fr-FR" i="1" u="sng"/>
              <a:t> LED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851557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B569E-34FB-CFF1-11FA-6388B6ECF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8CD8A4-A99A-4AC5-7E43-A00D9FCF0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949530" y="0"/>
            <a:ext cx="429294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4EE5B6C-7C59-8719-6115-2D198CBFA453}"/>
              </a:ext>
            </a:extLst>
          </p:cNvPr>
          <p:cNvSpPr/>
          <p:nvPr/>
        </p:nvSpPr>
        <p:spPr>
          <a:xfrm>
            <a:off x="4013200" y="1310561"/>
            <a:ext cx="876300" cy="3839290"/>
          </a:xfrm>
          <a:prstGeom prst="roundRect">
            <a:avLst>
              <a:gd name="adj" fmla="val 7994"/>
            </a:avLst>
          </a:prstGeom>
          <a:solidFill>
            <a:schemeClr val="accent1">
              <a:alpha val="73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07D581-B1C3-318F-8552-31F67E389D1C}"/>
              </a:ext>
            </a:extLst>
          </p:cNvPr>
          <p:cNvSpPr txBox="1"/>
          <p:nvPr/>
        </p:nvSpPr>
        <p:spPr>
          <a:xfrm>
            <a:off x="2482850" y="632372"/>
            <a:ext cx="2406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i="1" u="sng" dirty="0"/>
              <a:t>Shunts</a:t>
            </a:r>
            <a:r>
              <a:rPr lang="fr-FR" i="1" dirty="0"/>
              <a:t>: For </a:t>
            </a:r>
            <a:r>
              <a:rPr lang="fr-FR" i="1" dirty="0" err="1"/>
              <a:t>current</a:t>
            </a:r>
            <a:r>
              <a:rPr lang="fr-FR" i="1" dirty="0"/>
              <a:t> </a:t>
            </a:r>
            <a:r>
              <a:rPr lang="fr-FR" i="1" dirty="0" err="1"/>
              <a:t>sensing</a:t>
            </a:r>
            <a:endParaRPr lang="en-US" i="1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E48794D-52B4-2746-EDAD-4517905CBDC4}"/>
              </a:ext>
            </a:extLst>
          </p:cNvPr>
          <p:cNvSpPr/>
          <p:nvPr/>
        </p:nvSpPr>
        <p:spPr>
          <a:xfrm>
            <a:off x="5308600" y="1310560"/>
            <a:ext cx="1085850" cy="4118689"/>
          </a:xfrm>
          <a:prstGeom prst="roundRect">
            <a:avLst>
              <a:gd name="adj" fmla="val 7994"/>
            </a:avLst>
          </a:prstGeom>
          <a:solidFill>
            <a:schemeClr val="accent1">
              <a:alpha val="73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6DBFA9-D01B-B62B-6773-5065955A860A}"/>
              </a:ext>
            </a:extLst>
          </p:cNvPr>
          <p:cNvSpPr txBox="1"/>
          <p:nvPr/>
        </p:nvSpPr>
        <p:spPr>
          <a:xfrm>
            <a:off x="5191125" y="383549"/>
            <a:ext cx="2406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 err="1"/>
              <a:t>Gate</a:t>
            </a:r>
            <a:r>
              <a:rPr lang="fr-FR" i="1" u="sng" dirty="0"/>
              <a:t> driver</a:t>
            </a:r>
            <a:r>
              <a:rPr lang="fr-FR" i="1" dirty="0"/>
              <a:t>: For MOSFET </a:t>
            </a:r>
            <a:r>
              <a:rPr lang="fr-FR" i="1" dirty="0" err="1"/>
              <a:t>driving</a:t>
            </a:r>
            <a:endParaRPr lang="en-US" i="1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B1E610E-419B-5B83-1147-9BDCD042386B}"/>
              </a:ext>
            </a:extLst>
          </p:cNvPr>
          <p:cNvSpPr/>
          <p:nvPr/>
        </p:nvSpPr>
        <p:spPr>
          <a:xfrm>
            <a:off x="6445251" y="1456781"/>
            <a:ext cx="1085850" cy="1095919"/>
          </a:xfrm>
          <a:prstGeom prst="roundRect">
            <a:avLst>
              <a:gd name="adj" fmla="val 7994"/>
            </a:avLst>
          </a:prstGeom>
          <a:solidFill>
            <a:schemeClr val="accent1">
              <a:alpha val="73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4A47687-C193-AE5A-BB0A-78CE73628EE2}"/>
              </a:ext>
            </a:extLst>
          </p:cNvPr>
          <p:cNvCxnSpPr/>
          <p:nvPr/>
        </p:nvCxnSpPr>
        <p:spPr>
          <a:xfrm flipH="1">
            <a:off x="7493000" y="977900"/>
            <a:ext cx="654050" cy="5778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05FCD1C-0391-1DB1-C8F7-988C07F67081}"/>
              </a:ext>
            </a:extLst>
          </p:cNvPr>
          <p:cNvSpPr txBox="1"/>
          <p:nvPr/>
        </p:nvSpPr>
        <p:spPr>
          <a:xfrm>
            <a:off x="7493000" y="664229"/>
            <a:ext cx="240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/>
              <a:t>LDO</a:t>
            </a:r>
            <a:r>
              <a:rPr lang="fr-FR" i="1" dirty="0"/>
              <a:t>: 5V stage</a:t>
            </a:r>
            <a:endParaRPr lang="en-US" i="1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4DDEDDA-922F-5D64-F2A2-D14B6CAA7427}"/>
              </a:ext>
            </a:extLst>
          </p:cNvPr>
          <p:cNvSpPr/>
          <p:nvPr/>
        </p:nvSpPr>
        <p:spPr>
          <a:xfrm>
            <a:off x="6845298" y="2596133"/>
            <a:ext cx="1873252" cy="1696467"/>
          </a:xfrm>
          <a:prstGeom prst="roundRect">
            <a:avLst>
              <a:gd name="adj" fmla="val 3784"/>
            </a:avLst>
          </a:prstGeom>
          <a:solidFill>
            <a:schemeClr val="accent1">
              <a:alpha val="73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D584D8F-5BBF-46EE-4E2F-093159BCE2E6}"/>
              </a:ext>
            </a:extLst>
          </p:cNvPr>
          <p:cNvSpPr/>
          <p:nvPr/>
        </p:nvSpPr>
        <p:spPr>
          <a:xfrm>
            <a:off x="7508876" y="1649604"/>
            <a:ext cx="1187449" cy="729530"/>
          </a:xfrm>
          <a:prstGeom prst="roundRect">
            <a:avLst>
              <a:gd name="adj" fmla="val 7994"/>
            </a:avLst>
          </a:prstGeom>
          <a:solidFill>
            <a:schemeClr val="accent1">
              <a:alpha val="73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2B86369-7E53-4F42-E7A5-32A581743D81}"/>
              </a:ext>
            </a:extLst>
          </p:cNvPr>
          <p:cNvSpPr/>
          <p:nvPr/>
        </p:nvSpPr>
        <p:spPr>
          <a:xfrm>
            <a:off x="8756651" y="2209707"/>
            <a:ext cx="847723" cy="2470243"/>
          </a:xfrm>
          <a:prstGeom prst="roundRect">
            <a:avLst>
              <a:gd name="adj" fmla="val 7994"/>
            </a:avLst>
          </a:prstGeom>
          <a:solidFill>
            <a:schemeClr val="accent1">
              <a:alpha val="73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B24C79-1945-1196-E225-DC889A56B645}"/>
              </a:ext>
            </a:extLst>
          </p:cNvPr>
          <p:cNvSpPr txBox="1"/>
          <p:nvPr/>
        </p:nvSpPr>
        <p:spPr>
          <a:xfrm>
            <a:off x="9010650" y="880903"/>
            <a:ext cx="240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/>
              <a:t>Crystal</a:t>
            </a:r>
            <a:r>
              <a:rPr lang="fr-FR" i="1" dirty="0"/>
              <a:t>: 5V stage</a:t>
            </a:r>
            <a:endParaRPr lang="en-US" i="1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EAD3EF3-40ED-0EF6-B63C-45C163EA9740}"/>
              </a:ext>
            </a:extLst>
          </p:cNvPr>
          <p:cNvCxnSpPr>
            <a:cxnSpLocks/>
          </p:cNvCxnSpPr>
          <p:nvPr/>
        </p:nvCxnSpPr>
        <p:spPr>
          <a:xfrm flipH="1">
            <a:off x="8683625" y="1250235"/>
            <a:ext cx="723900" cy="6692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448E111-7EE1-D080-4F9B-34FF78ADFDA9}"/>
              </a:ext>
            </a:extLst>
          </p:cNvPr>
          <p:cNvCxnSpPr>
            <a:cxnSpLocks/>
          </p:cNvCxnSpPr>
          <p:nvPr/>
        </p:nvCxnSpPr>
        <p:spPr>
          <a:xfrm flipH="1" flipV="1">
            <a:off x="9242424" y="4471507"/>
            <a:ext cx="469901" cy="3989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ED00DED-1191-ECB0-4718-351A4156A26D}"/>
              </a:ext>
            </a:extLst>
          </p:cNvPr>
          <p:cNvSpPr txBox="1"/>
          <p:nvPr/>
        </p:nvSpPr>
        <p:spPr>
          <a:xfrm>
            <a:off x="9525000" y="4826685"/>
            <a:ext cx="2406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 err="1"/>
              <a:t>Throttle</a:t>
            </a:r>
            <a:r>
              <a:rPr lang="fr-FR" i="1" u="sng" dirty="0"/>
              <a:t> command</a:t>
            </a:r>
            <a:r>
              <a:rPr lang="fr-FR" i="1" dirty="0"/>
              <a:t>:</a:t>
            </a:r>
          </a:p>
          <a:p>
            <a:r>
              <a:rPr lang="fr-FR" i="1" dirty="0"/>
              <a:t>PWM/</a:t>
            </a:r>
            <a:r>
              <a:rPr lang="fr-FR" i="1" dirty="0" err="1"/>
              <a:t>DShot</a:t>
            </a:r>
            <a:endParaRPr lang="en-US" i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77CFD47-6C3C-13F7-57F8-DC06BB423B65}"/>
              </a:ext>
            </a:extLst>
          </p:cNvPr>
          <p:cNvCxnSpPr>
            <a:cxnSpLocks/>
          </p:cNvCxnSpPr>
          <p:nvPr/>
        </p:nvCxnSpPr>
        <p:spPr>
          <a:xfrm flipH="1">
            <a:off x="9197974" y="3230206"/>
            <a:ext cx="695325" cy="2397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5C3690B-DFF1-240C-D91C-317E89CCDC91}"/>
              </a:ext>
            </a:extLst>
          </p:cNvPr>
          <p:cNvSpPr txBox="1"/>
          <p:nvPr/>
        </p:nvSpPr>
        <p:spPr>
          <a:xfrm>
            <a:off x="9839325" y="3026936"/>
            <a:ext cx="240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/>
              <a:t>UART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947960-4DDC-3AE5-27AC-D0CC999C8AAC}"/>
              </a:ext>
            </a:extLst>
          </p:cNvPr>
          <p:cNvSpPr txBox="1"/>
          <p:nvPr/>
        </p:nvSpPr>
        <p:spPr>
          <a:xfrm>
            <a:off x="9839325" y="2163927"/>
            <a:ext cx="240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 err="1"/>
              <a:t>Auxilary</a:t>
            </a:r>
            <a:r>
              <a:rPr lang="fr-FR" i="1" u="sng" dirty="0"/>
              <a:t> 3V3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5E1E14D-619E-411E-FD35-B8E3BA6CD55F}"/>
              </a:ext>
            </a:extLst>
          </p:cNvPr>
          <p:cNvCxnSpPr>
            <a:cxnSpLocks/>
          </p:cNvCxnSpPr>
          <p:nvPr/>
        </p:nvCxnSpPr>
        <p:spPr>
          <a:xfrm flipH="1" flipV="1">
            <a:off x="9193212" y="2963220"/>
            <a:ext cx="701675" cy="2774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F4AF018-98D0-3597-D467-B6C98F7D41CF}"/>
              </a:ext>
            </a:extLst>
          </p:cNvPr>
          <p:cNvCxnSpPr>
            <a:cxnSpLocks/>
            <a:stCxn id="37" idx="1"/>
          </p:cNvCxnSpPr>
          <p:nvPr/>
        </p:nvCxnSpPr>
        <p:spPr>
          <a:xfrm flipH="1">
            <a:off x="9174162" y="2348593"/>
            <a:ext cx="665163" cy="1170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06591B6-301E-B8BE-B2FA-74EF3D005E51}"/>
              </a:ext>
            </a:extLst>
          </p:cNvPr>
          <p:cNvCxnSpPr>
            <a:cxnSpLocks/>
          </p:cNvCxnSpPr>
          <p:nvPr/>
        </p:nvCxnSpPr>
        <p:spPr>
          <a:xfrm flipV="1">
            <a:off x="7485855" y="3900703"/>
            <a:ext cx="141288" cy="17686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56BEA12-7AC0-DFDE-2527-E44C5DEED9CD}"/>
              </a:ext>
            </a:extLst>
          </p:cNvPr>
          <p:cNvSpPr txBox="1"/>
          <p:nvPr/>
        </p:nvSpPr>
        <p:spPr>
          <a:xfrm>
            <a:off x="6445251" y="5682620"/>
            <a:ext cx="240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/>
              <a:t>MCU – STM32G484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1C07E5-4E73-F13C-A1AA-CB4A45F4AEF6}"/>
              </a:ext>
            </a:extLst>
          </p:cNvPr>
          <p:cNvSpPr txBox="1"/>
          <p:nvPr/>
        </p:nvSpPr>
        <p:spPr>
          <a:xfrm>
            <a:off x="4216401" y="5639186"/>
            <a:ext cx="240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u="sng" dirty="0"/>
              <a:t>VBAT </a:t>
            </a:r>
            <a:r>
              <a:rPr lang="fr-FR" i="1" u="sng" dirty="0" err="1"/>
              <a:t>sensing</a:t>
            </a:r>
            <a:endParaRPr lang="fr-FR" i="1" u="sng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77D3520-EAB8-0E4A-F294-2296E888DECF}"/>
              </a:ext>
            </a:extLst>
          </p:cNvPr>
          <p:cNvCxnSpPr>
            <a:cxnSpLocks/>
          </p:cNvCxnSpPr>
          <p:nvPr/>
        </p:nvCxnSpPr>
        <p:spPr>
          <a:xfrm flipH="1">
            <a:off x="5857875" y="977244"/>
            <a:ext cx="227013" cy="6343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8FAF461-3147-5CD5-0D2A-BCCC9FB55AFE}"/>
              </a:ext>
            </a:extLst>
          </p:cNvPr>
          <p:cNvSpPr/>
          <p:nvPr/>
        </p:nvSpPr>
        <p:spPr>
          <a:xfrm>
            <a:off x="5752304" y="3813029"/>
            <a:ext cx="597697" cy="479572"/>
          </a:xfrm>
          <a:prstGeom prst="roundRect">
            <a:avLst>
              <a:gd name="adj" fmla="val 7994"/>
            </a:avLst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FE0C8CF-884A-53B5-1813-402D7F848FEE}"/>
              </a:ext>
            </a:extLst>
          </p:cNvPr>
          <p:cNvCxnSpPr>
            <a:cxnSpLocks/>
          </p:cNvCxnSpPr>
          <p:nvPr/>
        </p:nvCxnSpPr>
        <p:spPr>
          <a:xfrm flipV="1">
            <a:off x="5028406" y="4038600"/>
            <a:ext cx="1067593" cy="16307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C819618-715C-5620-7680-DCE133071F52}"/>
              </a:ext>
            </a:extLst>
          </p:cNvPr>
          <p:cNvCxnSpPr>
            <a:cxnSpLocks/>
          </p:cNvCxnSpPr>
          <p:nvPr/>
        </p:nvCxnSpPr>
        <p:spPr>
          <a:xfrm>
            <a:off x="3784600" y="1033561"/>
            <a:ext cx="350837" cy="6160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4886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73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Kururugi ESC – Visuals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BINON Stepane</dc:creator>
  <cp:lastModifiedBy>BINON Stepane</cp:lastModifiedBy>
  <cp:revision>9</cp:revision>
  <dcterms:created xsi:type="dcterms:W3CDTF">2026-03-30T15:01:05Z</dcterms:created>
  <dcterms:modified xsi:type="dcterms:W3CDTF">2026-03-30T15:33:40Z</dcterms:modified>
</cp:coreProperties>
</file>